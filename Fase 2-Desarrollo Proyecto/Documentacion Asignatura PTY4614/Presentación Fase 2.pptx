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67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gQbno2VY8VgKM6mnRn2IXmwc9u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469299-CDC0-428F-A159-DE265DCDA214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CL"/>
        </a:p>
      </dgm:t>
    </dgm:pt>
    <dgm:pt modelId="{FC37272E-A753-4368-8625-1ED6D82DAB73}">
      <dgm:prSet phldrT="[Texto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CL"/>
            <a:t>Backend</a:t>
          </a:r>
        </a:p>
      </dgm:t>
    </dgm:pt>
    <dgm:pt modelId="{14A4EE8E-D32B-460A-A8DB-905699B7276E}" type="parTrans" cxnId="{E41A73E7-CDE4-41DC-B6C1-D811EB76307C}">
      <dgm:prSet/>
      <dgm:spPr/>
      <dgm:t>
        <a:bodyPr/>
        <a:lstStyle/>
        <a:p>
          <a:endParaRPr lang="es-CL"/>
        </a:p>
      </dgm:t>
    </dgm:pt>
    <dgm:pt modelId="{7BF68366-5D1C-4BF5-9AFA-CD6A1D14FA8A}" type="sibTrans" cxnId="{E41A73E7-CDE4-41DC-B6C1-D811EB76307C}">
      <dgm:prSet/>
      <dgm:spPr/>
      <dgm:t>
        <a:bodyPr/>
        <a:lstStyle/>
        <a:p>
          <a:endParaRPr lang="es-CL"/>
        </a:p>
      </dgm:t>
    </dgm:pt>
    <dgm:pt modelId="{E40BF3BD-34E4-43C1-8154-B73ACDFBDF59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CL"/>
            <a:t>Python 3.x, framework web Django.</a:t>
          </a:r>
        </a:p>
      </dgm:t>
    </dgm:pt>
    <dgm:pt modelId="{536DD1D3-1EAB-4F90-89AE-A545378522D7}" type="parTrans" cxnId="{91EDD6F4-79A8-4A20-BBC3-DFDED7547832}">
      <dgm:prSet/>
      <dgm:spPr/>
      <dgm:t>
        <a:bodyPr/>
        <a:lstStyle/>
        <a:p>
          <a:endParaRPr lang="es-CL"/>
        </a:p>
      </dgm:t>
    </dgm:pt>
    <dgm:pt modelId="{F1180F45-0382-4C28-B5CE-94E6D24EF262}" type="sibTrans" cxnId="{91EDD6F4-79A8-4A20-BBC3-DFDED7547832}">
      <dgm:prSet/>
      <dgm:spPr/>
      <dgm:t>
        <a:bodyPr/>
        <a:lstStyle/>
        <a:p>
          <a:endParaRPr lang="es-CL"/>
        </a:p>
      </dgm:t>
    </dgm:pt>
    <dgm:pt modelId="{B7267894-1D65-4D09-BDCB-96D0D63565E6}">
      <dgm:prSet phldrT="[Texto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CL"/>
            <a:t>Base de datos</a:t>
          </a:r>
        </a:p>
      </dgm:t>
    </dgm:pt>
    <dgm:pt modelId="{75B2F5F6-A54B-4103-AAB4-9BDD791CFE42}" type="parTrans" cxnId="{83AF8010-0A36-450D-9763-08AC5E004AA4}">
      <dgm:prSet/>
      <dgm:spPr/>
      <dgm:t>
        <a:bodyPr/>
        <a:lstStyle/>
        <a:p>
          <a:endParaRPr lang="es-CL"/>
        </a:p>
      </dgm:t>
    </dgm:pt>
    <dgm:pt modelId="{AA84ECFC-F1AD-4836-96C9-F66FAEC770A7}" type="sibTrans" cxnId="{83AF8010-0A36-450D-9763-08AC5E004AA4}">
      <dgm:prSet/>
      <dgm:spPr/>
      <dgm:t>
        <a:bodyPr/>
        <a:lstStyle/>
        <a:p>
          <a:endParaRPr lang="es-CL"/>
        </a:p>
      </dgm:t>
    </dgm:pt>
    <dgm:pt modelId="{721DE4EF-2264-47F1-BD47-C971E2A2807A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Motor de base de datos relacional, utilizando SQLite en el entorno de desarrollo, integrado mediante el ORM de Django.</a:t>
          </a:r>
          <a:endParaRPr lang="es-CL" dirty="0"/>
        </a:p>
      </dgm:t>
    </dgm:pt>
    <dgm:pt modelId="{67338350-ECDB-4E6B-8D98-0D884E36CC84}" type="parTrans" cxnId="{EA83FFE0-1909-4FB0-BC53-90400BC2D930}">
      <dgm:prSet/>
      <dgm:spPr/>
      <dgm:t>
        <a:bodyPr/>
        <a:lstStyle/>
        <a:p>
          <a:endParaRPr lang="es-CL"/>
        </a:p>
      </dgm:t>
    </dgm:pt>
    <dgm:pt modelId="{1F9B0A46-0BF2-4393-B38B-9D820255275F}" type="sibTrans" cxnId="{EA83FFE0-1909-4FB0-BC53-90400BC2D930}">
      <dgm:prSet/>
      <dgm:spPr/>
      <dgm:t>
        <a:bodyPr/>
        <a:lstStyle/>
        <a:p>
          <a:endParaRPr lang="es-CL"/>
        </a:p>
      </dgm:t>
    </dgm:pt>
    <dgm:pt modelId="{66716BCD-78C5-4127-982C-30E8C54ABB59}">
      <dgm:prSet phldrT="[Texto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CL"/>
            <a:t>Frontend</a:t>
          </a:r>
        </a:p>
      </dgm:t>
    </dgm:pt>
    <dgm:pt modelId="{06896ED5-EC5E-4F67-B702-ABFBCDA7B528}" type="parTrans" cxnId="{3229B9D4-C77E-490D-896E-B995C094EC7A}">
      <dgm:prSet/>
      <dgm:spPr/>
      <dgm:t>
        <a:bodyPr/>
        <a:lstStyle/>
        <a:p>
          <a:endParaRPr lang="es-CL"/>
        </a:p>
      </dgm:t>
    </dgm:pt>
    <dgm:pt modelId="{6F731246-6057-4A57-A2C0-83290385B5FE}" type="sibTrans" cxnId="{3229B9D4-C77E-490D-896E-B995C094EC7A}">
      <dgm:prSet/>
      <dgm:spPr/>
      <dgm:t>
        <a:bodyPr/>
        <a:lstStyle/>
        <a:p>
          <a:endParaRPr lang="es-CL"/>
        </a:p>
      </dgm:t>
    </dgm:pt>
    <dgm:pt modelId="{1D19841B-C6F5-46F5-A3BB-E1950899B746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MX"/>
            <a:t>Tecnologías web estándar HTML5, CSS3 y JavaScript, compatible con navegadores modernos.</a:t>
          </a:r>
          <a:endParaRPr lang="es-CL"/>
        </a:p>
      </dgm:t>
    </dgm:pt>
    <dgm:pt modelId="{B86B0A6F-5D10-489E-A31F-DC67EA51554C}" type="parTrans" cxnId="{54BB33E1-381F-47A8-A24D-E83EB6645159}">
      <dgm:prSet/>
      <dgm:spPr/>
      <dgm:t>
        <a:bodyPr/>
        <a:lstStyle/>
        <a:p>
          <a:endParaRPr lang="es-CL"/>
        </a:p>
      </dgm:t>
    </dgm:pt>
    <dgm:pt modelId="{F2EBAB09-D0C3-4E86-BBEB-0FD838D255BB}" type="sibTrans" cxnId="{54BB33E1-381F-47A8-A24D-E83EB6645159}">
      <dgm:prSet/>
      <dgm:spPr/>
      <dgm:t>
        <a:bodyPr/>
        <a:lstStyle/>
        <a:p>
          <a:endParaRPr lang="es-CL"/>
        </a:p>
      </dgm:t>
    </dgm:pt>
    <dgm:pt modelId="{D7DBBAE8-E961-4E6D-9668-59CE9CF9782F}">
      <dgm:prSet phldrT="[Texto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CL"/>
            <a:t>Entorno de desarrollo</a:t>
          </a:r>
        </a:p>
      </dgm:t>
    </dgm:pt>
    <dgm:pt modelId="{E761AEE5-ADE9-4BA1-B553-2002A2AFDDA8}" type="parTrans" cxnId="{0C743211-102B-436C-80D7-CCFABF00210E}">
      <dgm:prSet/>
      <dgm:spPr/>
      <dgm:t>
        <a:bodyPr/>
        <a:lstStyle/>
        <a:p>
          <a:endParaRPr lang="es-CL"/>
        </a:p>
      </dgm:t>
    </dgm:pt>
    <dgm:pt modelId="{66476EFB-169A-43A3-BC5F-474BEFDEA8F2}" type="sibTrans" cxnId="{0C743211-102B-436C-80D7-CCFABF00210E}">
      <dgm:prSet/>
      <dgm:spPr/>
      <dgm:t>
        <a:bodyPr/>
        <a:lstStyle/>
        <a:p>
          <a:endParaRPr lang="es-CL"/>
        </a:p>
      </dgm:t>
    </dgm:pt>
    <dgm:pt modelId="{6124F68A-1B16-4FC2-B097-B4C98F5EA500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CL"/>
            <a:t>Visual Studio Code</a:t>
          </a:r>
        </a:p>
      </dgm:t>
    </dgm:pt>
    <dgm:pt modelId="{9780BD55-8938-4FDA-A620-EE729D689BAD}" type="parTrans" cxnId="{1F623201-B34E-427F-A286-721BABE52270}">
      <dgm:prSet/>
      <dgm:spPr/>
      <dgm:t>
        <a:bodyPr/>
        <a:lstStyle/>
        <a:p>
          <a:endParaRPr lang="es-CL"/>
        </a:p>
      </dgm:t>
    </dgm:pt>
    <dgm:pt modelId="{AFA86341-75C0-4F6E-A15C-1B2B4B578ED4}" type="sibTrans" cxnId="{1F623201-B34E-427F-A286-721BABE52270}">
      <dgm:prSet/>
      <dgm:spPr/>
      <dgm:t>
        <a:bodyPr/>
        <a:lstStyle/>
        <a:p>
          <a:endParaRPr lang="es-CL"/>
        </a:p>
      </dgm:t>
    </dgm:pt>
    <dgm:pt modelId="{2239F134-D308-4A62-8B95-2EF36EFA561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MX"/>
            <a:t>Control de versiones y trabajo colaborativo</a:t>
          </a:r>
          <a:endParaRPr lang="es-CL"/>
        </a:p>
      </dgm:t>
    </dgm:pt>
    <dgm:pt modelId="{B2730231-29F2-448B-A761-C88B48F9F357}" type="parTrans" cxnId="{2F3821D7-C392-4E24-883A-CE6D8A2986FE}">
      <dgm:prSet/>
      <dgm:spPr/>
      <dgm:t>
        <a:bodyPr/>
        <a:lstStyle/>
        <a:p>
          <a:endParaRPr lang="es-CL"/>
        </a:p>
      </dgm:t>
    </dgm:pt>
    <dgm:pt modelId="{D3227BDA-E38E-4898-857C-981008121441}" type="sibTrans" cxnId="{2F3821D7-C392-4E24-883A-CE6D8A2986FE}">
      <dgm:prSet/>
      <dgm:spPr/>
      <dgm:t>
        <a:bodyPr/>
        <a:lstStyle/>
        <a:p>
          <a:endParaRPr lang="es-CL"/>
        </a:p>
      </dgm:t>
    </dgm:pt>
    <dgm:pt modelId="{74A1E6CE-7E3C-4A01-8AEB-5C8A2FAB2977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dirty="0"/>
            <a:t>GitHub</a:t>
          </a:r>
        </a:p>
      </dgm:t>
    </dgm:pt>
    <dgm:pt modelId="{6E09EF87-81CB-4BEB-9688-8D647D6DADC0}" type="parTrans" cxnId="{1F67D66A-9C1B-4390-86F3-72FABAB54E37}">
      <dgm:prSet/>
      <dgm:spPr/>
      <dgm:t>
        <a:bodyPr/>
        <a:lstStyle/>
        <a:p>
          <a:endParaRPr lang="es-CL"/>
        </a:p>
      </dgm:t>
    </dgm:pt>
    <dgm:pt modelId="{49EEF477-79D5-4186-958D-C37C076609A1}" type="sibTrans" cxnId="{1F67D66A-9C1B-4390-86F3-72FABAB54E37}">
      <dgm:prSet/>
      <dgm:spPr/>
      <dgm:t>
        <a:bodyPr/>
        <a:lstStyle/>
        <a:p>
          <a:endParaRPr lang="es-CL"/>
        </a:p>
      </dgm:t>
    </dgm:pt>
    <dgm:pt modelId="{D29469D7-92BD-41A3-8088-F615360D2506}" type="pres">
      <dgm:prSet presAssocID="{6A469299-CDC0-428F-A159-DE265DCDA214}" presName="root" presStyleCnt="0">
        <dgm:presLayoutVars>
          <dgm:dir/>
          <dgm:resizeHandles val="exact"/>
        </dgm:presLayoutVars>
      </dgm:prSet>
      <dgm:spPr/>
    </dgm:pt>
    <dgm:pt modelId="{2AB7140E-F15C-4D53-9599-848C8E113E58}" type="pres">
      <dgm:prSet presAssocID="{FC37272E-A753-4368-8625-1ED6D82DAB73}" presName="compNode" presStyleCnt="0"/>
      <dgm:spPr/>
    </dgm:pt>
    <dgm:pt modelId="{71D31926-9498-42AB-88B7-C2CFDF815A65}" type="pres">
      <dgm:prSet presAssocID="{FC37272E-A753-4368-8625-1ED6D82DAB7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0656EFAA-EAEF-4E73-9946-96080A7814DB}" type="pres">
      <dgm:prSet presAssocID="{FC37272E-A753-4368-8625-1ED6D82DAB73}" presName="iconSpace" presStyleCnt="0"/>
      <dgm:spPr/>
    </dgm:pt>
    <dgm:pt modelId="{75BB8F49-92C2-4BD8-B43B-2B5DF3C99679}" type="pres">
      <dgm:prSet presAssocID="{FC37272E-A753-4368-8625-1ED6D82DAB73}" presName="parTx" presStyleLbl="revTx" presStyleIdx="0" presStyleCnt="10">
        <dgm:presLayoutVars>
          <dgm:chMax val="0"/>
          <dgm:chPref val="0"/>
        </dgm:presLayoutVars>
      </dgm:prSet>
      <dgm:spPr/>
    </dgm:pt>
    <dgm:pt modelId="{B44E16B7-DC78-4D4A-9C0C-A723771F3839}" type="pres">
      <dgm:prSet presAssocID="{FC37272E-A753-4368-8625-1ED6D82DAB73}" presName="txSpace" presStyleCnt="0"/>
      <dgm:spPr/>
    </dgm:pt>
    <dgm:pt modelId="{892AA1DF-06DA-4932-AA53-F285C6FC0653}" type="pres">
      <dgm:prSet presAssocID="{FC37272E-A753-4368-8625-1ED6D82DAB73}" presName="desTx" presStyleLbl="revTx" presStyleIdx="1" presStyleCnt="10">
        <dgm:presLayoutVars/>
      </dgm:prSet>
      <dgm:spPr/>
    </dgm:pt>
    <dgm:pt modelId="{0181BB9A-7C82-41D3-BA2D-8BE6590E7CD5}" type="pres">
      <dgm:prSet presAssocID="{7BF68366-5D1C-4BF5-9AFA-CD6A1D14FA8A}" presName="sibTrans" presStyleCnt="0"/>
      <dgm:spPr/>
    </dgm:pt>
    <dgm:pt modelId="{AB287938-61B1-4DB8-8CAB-FFA2C4CF4C65}" type="pres">
      <dgm:prSet presAssocID="{B7267894-1D65-4D09-BDCB-96D0D63565E6}" presName="compNode" presStyleCnt="0"/>
      <dgm:spPr/>
    </dgm:pt>
    <dgm:pt modelId="{342B5DEA-F880-48A9-AEE9-E5E1DA5E4384}" type="pres">
      <dgm:prSet presAssocID="{B7267894-1D65-4D09-BDCB-96D0D63565E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C8C96DD0-DEC0-47A5-8EEF-7084A49689A7}" type="pres">
      <dgm:prSet presAssocID="{B7267894-1D65-4D09-BDCB-96D0D63565E6}" presName="iconSpace" presStyleCnt="0"/>
      <dgm:spPr/>
    </dgm:pt>
    <dgm:pt modelId="{EC30CC6A-F1E4-4DD3-AFFB-58B913AE7DE8}" type="pres">
      <dgm:prSet presAssocID="{B7267894-1D65-4D09-BDCB-96D0D63565E6}" presName="parTx" presStyleLbl="revTx" presStyleIdx="2" presStyleCnt="10">
        <dgm:presLayoutVars>
          <dgm:chMax val="0"/>
          <dgm:chPref val="0"/>
        </dgm:presLayoutVars>
      </dgm:prSet>
      <dgm:spPr/>
    </dgm:pt>
    <dgm:pt modelId="{007FC900-9C0A-46CA-9E06-CBEED8E6C140}" type="pres">
      <dgm:prSet presAssocID="{B7267894-1D65-4D09-BDCB-96D0D63565E6}" presName="txSpace" presStyleCnt="0"/>
      <dgm:spPr/>
    </dgm:pt>
    <dgm:pt modelId="{644A9E60-AB61-4A5B-84C6-183C6877EC94}" type="pres">
      <dgm:prSet presAssocID="{B7267894-1D65-4D09-BDCB-96D0D63565E6}" presName="desTx" presStyleLbl="revTx" presStyleIdx="3" presStyleCnt="10" custScaleX="86206" custLinFactNeighborX="-6458" custLinFactNeighborY="10958">
        <dgm:presLayoutVars/>
      </dgm:prSet>
      <dgm:spPr/>
    </dgm:pt>
    <dgm:pt modelId="{4C7A5DE0-B9A3-4616-A052-0C1EAD3D1CA5}" type="pres">
      <dgm:prSet presAssocID="{AA84ECFC-F1AD-4836-96C9-F66FAEC770A7}" presName="sibTrans" presStyleCnt="0"/>
      <dgm:spPr/>
    </dgm:pt>
    <dgm:pt modelId="{6FBA9234-6AF7-48AA-AC3C-75FD23D8F315}" type="pres">
      <dgm:prSet presAssocID="{66716BCD-78C5-4127-982C-30E8C54ABB59}" presName="compNode" presStyleCnt="0"/>
      <dgm:spPr/>
    </dgm:pt>
    <dgm:pt modelId="{68130ADC-C0D1-4BD2-A072-053DC0F372D3}" type="pres">
      <dgm:prSet presAssocID="{66716BCD-78C5-4127-982C-30E8C54ABB5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022CA48-D144-4095-89EA-355E6EED110C}" type="pres">
      <dgm:prSet presAssocID="{66716BCD-78C5-4127-982C-30E8C54ABB59}" presName="iconSpace" presStyleCnt="0"/>
      <dgm:spPr/>
    </dgm:pt>
    <dgm:pt modelId="{2AF720DD-41FB-4D2D-82C9-CED1540CF382}" type="pres">
      <dgm:prSet presAssocID="{66716BCD-78C5-4127-982C-30E8C54ABB59}" presName="parTx" presStyleLbl="revTx" presStyleIdx="4" presStyleCnt="10">
        <dgm:presLayoutVars>
          <dgm:chMax val="0"/>
          <dgm:chPref val="0"/>
        </dgm:presLayoutVars>
      </dgm:prSet>
      <dgm:spPr/>
    </dgm:pt>
    <dgm:pt modelId="{6EB0CD4B-4250-4DBC-A13C-E27F2C632E40}" type="pres">
      <dgm:prSet presAssocID="{66716BCD-78C5-4127-982C-30E8C54ABB59}" presName="txSpace" presStyleCnt="0"/>
      <dgm:spPr/>
    </dgm:pt>
    <dgm:pt modelId="{41AF1445-1844-4050-8792-FED783B717A8}" type="pres">
      <dgm:prSet presAssocID="{66716BCD-78C5-4127-982C-30E8C54ABB59}" presName="desTx" presStyleLbl="revTx" presStyleIdx="5" presStyleCnt="10">
        <dgm:presLayoutVars/>
      </dgm:prSet>
      <dgm:spPr/>
    </dgm:pt>
    <dgm:pt modelId="{CFD7380A-F74F-4DB2-B6A8-1AFD2EAFD236}" type="pres">
      <dgm:prSet presAssocID="{6F731246-6057-4A57-A2C0-83290385B5FE}" presName="sibTrans" presStyleCnt="0"/>
      <dgm:spPr/>
    </dgm:pt>
    <dgm:pt modelId="{0F20965B-1542-4018-9678-C10DDFCEFA20}" type="pres">
      <dgm:prSet presAssocID="{D7DBBAE8-E961-4E6D-9668-59CE9CF9782F}" presName="compNode" presStyleCnt="0"/>
      <dgm:spPr/>
    </dgm:pt>
    <dgm:pt modelId="{718C29C0-3B67-4343-909E-A20849566D18}" type="pres">
      <dgm:prSet presAssocID="{D7DBBAE8-E961-4E6D-9668-59CE9CF9782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jo"/>
        </a:ext>
      </dgm:extLst>
    </dgm:pt>
    <dgm:pt modelId="{CC69008B-592B-41D9-98C0-2DDBB42FDE79}" type="pres">
      <dgm:prSet presAssocID="{D7DBBAE8-E961-4E6D-9668-59CE9CF9782F}" presName="iconSpace" presStyleCnt="0"/>
      <dgm:spPr/>
    </dgm:pt>
    <dgm:pt modelId="{91C93E25-75F9-4EAE-8B60-4773F96EEEE9}" type="pres">
      <dgm:prSet presAssocID="{D7DBBAE8-E961-4E6D-9668-59CE9CF9782F}" presName="parTx" presStyleLbl="revTx" presStyleIdx="6" presStyleCnt="10">
        <dgm:presLayoutVars>
          <dgm:chMax val="0"/>
          <dgm:chPref val="0"/>
        </dgm:presLayoutVars>
      </dgm:prSet>
      <dgm:spPr/>
    </dgm:pt>
    <dgm:pt modelId="{8046807B-5116-4E2F-B74F-0E5FE02F2E06}" type="pres">
      <dgm:prSet presAssocID="{D7DBBAE8-E961-4E6D-9668-59CE9CF9782F}" presName="txSpace" presStyleCnt="0"/>
      <dgm:spPr/>
    </dgm:pt>
    <dgm:pt modelId="{AD8B8B85-2015-42B3-A9CD-68BCD91B0582}" type="pres">
      <dgm:prSet presAssocID="{D7DBBAE8-E961-4E6D-9668-59CE9CF9782F}" presName="desTx" presStyleLbl="revTx" presStyleIdx="7" presStyleCnt="10">
        <dgm:presLayoutVars/>
      </dgm:prSet>
      <dgm:spPr/>
    </dgm:pt>
    <dgm:pt modelId="{09F83D16-B8FC-41F7-915E-D6FC5DBD62DE}" type="pres">
      <dgm:prSet presAssocID="{66476EFB-169A-43A3-BC5F-474BEFDEA8F2}" presName="sibTrans" presStyleCnt="0"/>
      <dgm:spPr/>
    </dgm:pt>
    <dgm:pt modelId="{3C1B0AFF-0617-4DF0-B646-B86327F45863}" type="pres">
      <dgm:prSet presAssocID="{2239F134-D308-4A62-8B95-2EF36EFA561A}" presName="compNode" presStyleCnt="0"/>
      <dgm:spPr/>
    </dgm:pt>
    <dgm:pt modelId="{34C39CB1-AFC9-43D9-9DC7-D4601E39C8AB}" type="pres">
      <dgm:prSet presAssocID="{2239F134-D308-4A62-8B95-2EF36EFA561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DA2B85E8-A8E4-4F85-9966-5363107AAB42}" type="pres">
      <dgm:prSet presAssocID="{2239F134-D308-4A62-8B95-2EF36EFA561A}" presName="iconSpace" presStyleCnt="0"/>
      <dgm:spPr/>
    </dgm:pt>
    <dgm:pt modelId="{738CAD72-28C1-4883-89B7-9C7C4A952631}" type="pres">
      <dgm:prSet presAssocID="{2239F134-D308-4A62-8B95-2EF36EFA561A}" presName="parTx" presStyleLbl="revTx" presStyleIdx="8" presStyleCnt="10">
        <dgm:presLayoutVars>
          <dgm:chMax val="0"/>
          <dgm:chPref val="0"/>
        </dgm:presLayoutVars>
      </dgm:prSet>
      <dgm:spPr/>
    </dgm:pt>
    <dgm:pt modelId="{9D16F04B-BA7A-47B8-9E0A-18D349D3B766}" type="pres">
      <dgm:prSet presAssocID="{2239F134-D308-4A62-8B95-2EF36EFA561A}" presName="txSpace" presStyleCnt="0"/>
      <dgm:spPr/>
    </dgm:pt>
    <dgm:pt modelId="{51EBA50F-E4B1-4641-858A-2E590A7D6E36}" type="pres">
      <dgm:prSet presAssocID="{2239F134-D308-4A62-8B95-2EF36EFA561A}" presName="desTx" presStyleLbl="revTx" presStyleIdx="9" presStyleCnt="10">
        <dgm:presLayoutVars/>
      </dgm:prSet>
      <dgm:spPr/>
    </dgm:pt>
  </dgm:ptLst>
  <dgm:cxnLst>
    <dgm:cxn modelId="{1F623201-B34E-427F-A286-721BABE52270}" srcId="{D7DBBAE8-E961-4E6D-9668-59CE9CF9782F}" destId="{6124F68A-1B16-4FC2-B097-B4C98F5EA500}" srcOrd="0" destOrd="0" parTransId="{9780BD55-8938-4FDA-A620-EE729D689BAD}" sibTransId="{AFA86341-75C0-4F6E-A15C-1B2B4B578ED4}"/>
    <dgm:cxn modelId="{83AF8010-0A36-450D-9763-08AC5E004AA4}" srcId="{6A469299-CDC0-428F-A159-DE265DCDA214}" destId="{B7267894-1D65-4D09-BDCB-96D0D63565E6}" srcOrd="1" destOrd="0" parTransId="{75B2F5F6-A54B-4103-AAB4-9BDD791CFE42}" sibTransId="{AA84ECFC-F1AD-4836-96C9-F66FAEC770A7}"/>
    <dgm:cxn modelId="{0C743211-102B-436C-80D7-CCFABF00210E}" srcId="{6A469299-CDC0-428F-A159-DE265DCDA214}" destId="{D7DBBAE8-E961-4E6D-9668-59CE9CF9782F}" srcOrd="3" destOrd="0" parTransId="{E761AEE5-ADE9-4BA1-B553-2002A2AFDDA8}" sibTransId="{66476EFB-169A-43A3-BC5F-474BEFDEA8F2}"/>
    <dgm:cxn modelId="{A48C5B28-C29D-492F-8922-96AED16B40BB}" type="presOf" srcId="{FC37272E-A753-4368-8625-1ED6D82DAB73}" destId="{75BB8F49-92C2-4BD8-B43B-2B5DF3C99679}" srcOrd="0" destOrd="0" presId="urn:microsoft.com/office/officeart/2018/2/layout/IconLabelDescriptionList"/>
    <dgm:cxn modelId="{145E052E-F09C-426E-8E5F-DCDB4136F8D6}" type="presOf" srcId="{B7267894-1D65-4D09-BDCB-96D0D63565E6}" destId="{EC30CC6A-F1E4-4DD3-AFFB-58B913AE7DE8}" srcOrd="0" destOrd="0" presId="urn:microsoft.com/office/officeart/2018/2/layout/IconLabelDescriptionList"/>
    <dgm:cxn modelId="{1EEBFA3B-F196-48F9-BAF1-9FAAD224F02D}" type="presOf" srcId="{721DE4EF-2264-47F1-BD47-C971E2A2807A}" destId="{644A9E60-AB61-4A5B-84C6-183C6877EC94}" srcOrd="0" destOrd="0" presId="urn:microsoft.com/office/officeart/2018/2/layout/IconLabelDescriptionList"/>
    <dgm:cxn modelId="{1F67D66A-9C1B-4390-86F3-72FABAB54E37}" srcId="{2239F134-D308-4A62-8B95-2EF36EFA561A}" destId="{74A1E6CE-7E3C-4A01-8AEB-5C8A2FAB2977}" srcOrd="0" destOrd="0" parTransId="{6E09EF87-81CB-4BEB-9688-8D647D6DADC0}" sibTransId="{49EEF477-79D5-4186-958D-C37C076609A1}"/>
    <dgm:cxn modelId="{BB7C307D-6598-4FDB-ACE0-5E9A4804C2C3}" type="presOf" srcId="{66716BCD-78C5-4127-982C-30E8C54ABB59}" destId="{2AF720DD-41FB-4D2D-82C9-CED1540CF382}" srcOrd="0" destOrd="0" presId="urn:microsoft.com/office/officeart/2018/2/layout/IconLabelDescriptionList"/>
    <dgm:cxn modelId="{05AFEF93-A47F-4604-9D50-56EF493B0A02}" type="presOf" srcId="{1D19841B-C6F5-46F5-A3BB-E1950899B746}" destId="{41AF1445-1844-4050-8792-FED783B717A8}" srcOrd="0" destOrd="0" presId="urn:microsoft.com/office/officeart/2018/2/layout/IconLabelDescriptionList"/>
    <dgm:cxn modelId="{9CDAB294-E264-409B-890E-961DCCFA54C5}" type="presOf" srcId="{74A1E6CE-7E3C-4A01-8AEB-5C8A2FAB2977}" destId="{51EBA50F-E4B1-4641-858A-2E590A7D6E36}" srcOrd="0" destOrd="0" presId="urn:microsoft.com/office/officeart/2018/2/layout/IconLabelDescriptionList"/>
    <dgm:cxn modelId="{B526E0A1-4E8E-4292-A8B8-8BA8E6FA5CEA}" type="presOf" srcId="{6A469299-CDC0-428F-A159-DE265DCDA214}" destId="{D29469D7-92BD-41A3-8088-F615360D2506}" srcOrd="0" destOrd="0" presId="urn:microsoft.com/office/officeart/2018/2/layout/IconLabelDescriptionList"/>
    <dgm:cxn modelId="{A10352B7-094D-47EC-A7D9-60198E76CA88}" type="presOf" srcId="{2239F134-D308-4A62-8B95-2EF36EFA561A}" destId="{738CAD72-28C1-4883-89B7-9C7C4A952631}" srcOrd="0" destOrd="0" presId="urn:microsoft.com/office/officeart/2018/2/layout/IconLabelDescriptionList"/>
    <dgm:cxn modelId="{BA86AFB7-EB4C-4501-B0C5-0D95233CAFE5}" type="presOf" srcId="{6124F68A-1B16-4FC2-B097-B4C98F5EA500}" destId="{AD8B8B85-2015-42B3-A9CD-68BCD91B0582}" srcOrd="0" destOrd="0" presId="urn:microsoft.com/office/officeart/2018/2/layout/IconLabelDescriptionList"/>
    <dgm:cxn modelId="{63B23DC1-5E51-4A9E-B63E-DE06FE3551C2}" type="presOf" srcId="{D7DBBAE8-E961-4E6D-9668-59CE9CF9782F}" destId="{91C93E25-75F9-4EAE-8B60-4773F96EEEE9}" srcOrd="0" destOrd="0" presId="urn:microsoft.com/office/officeart/2018/2/layout/IconLabelDescriptionList"/>
    <dgm:cxn modelId="{3229B9D4-C77E-490D-896E-B995C094EC7A}" srcId="{6A469299-CDC0-428F-A159-DE265DCDA214}" destId="{66716BCD-78C5-4127-982C-30E8C54ABB59}" srcOrd="2" destOrd="0" parTransId="{06896ED5-EC5E-4F67-B702-ABFBCDA7B528}" sibTransId="{6F731246-6057-4A57-A2C0-83290385B5FE}"/>
    <dgm:cxn modelId="{2F3821D7-C392-4E24-883A-CE6D8A2986FE}" srcId="{6A469299-CDC0-428F-A159-DE265DCDA214}" destId="{2239F134-D308-4A62-8B95-2EF36EFA561A}" srcOrd="4" destOrd="0" parTransId="{B2730231-29F2-448B-A761-C88B48F9F357}" sibTransId="{D3227BDA-E38E-4898-857C-981008121441}"/>
    <dgm:cxn modelId="{7F4335DB-3B0F-4F46-9A00-DFED47EC2558}" type="presOf" srcId="{E40BF3BD-34E4-43C1-8154-B73ACDFBDF59}" destId="{892AA1DF-06DA-4932-AA53-F285C6FC0653}" srcOrd="0" destOrd="0" presId="urn:microsoft.com/office/officeart/2018/2/layout/IconLabelDescriptionList"/>
    <dgm:cxn modelId="{EA83FFE0-1909-4FB0-BC53-90400BC2D930}" srcId="{B7267894-1D65-4D09-BDCB-96D0D63565E6}" destId="{721DE4EF-2264-47F1-BD47-C971E2A2807A}" srcOrd="0" destOrd="0" parTransId="{67338350-ECDB-4E6B-8D98-0D884E36CC84}" sibTransId="{1F9B0A46-0BF2-4393-B38B-9D820255275F}"/>
    <dgm:cxn modelId="{54BB33E1-381F-47A8-A24D-E83EB6645159}" srcId="{66716BCD-78C5-4127-982C-30E8C54ABB59}" destId="{1D19841B-C6F5-46F5-A3BB-E1950899B746}" srcOrd="0" destOrd="0" parTransId="{B86B0A6F-5D10-489E-A31F-DC67EA51554C}" sibTransId="{F2EBAB09-D0C3-4E86-BBEB-0FD838D255BB}"/>
    <dgm:cxn modelId="{E41A73E7-CDE4-41DC-B6C1-D811EB76307C}" srcId="{6A469299-CDC0-428F-A159-DE265DCDA214}" destId="{FC37272E-A753-4368-8625-1ED6D82DAB73}" srcOrd="0" destOrd="0" parTransId="{14A4EE8E-D32B-460A-A8DB-905699B7276E}" sibTransId="{7BF68366-5D1C-4BF5-9AFA-CD6A1D14FA8A}"/>
    <dgm:cxn modelId="{91EDD6F4-79A8-4A20-BBC3-DFDED7547832}" srcId="{FC37272E-A753-4368-8625-1ED6D82DAB73}" destId="{E40BF3BD-34E4-43C1-8154-B73ACDFBDF59}" srcOrd="0" destOrd="0" parTransId="{536DD1D3-1EAB-4F90-89AE-A545378522D7}" sibTransId="{F1180F45-0382-4C28-B5CE-94E6D24EF262}"/>
    <dgm:cxn modelId="{269754A1-FA13-48F6-98F8-EEA39855710F}" type="presParOf" srcId="{D29469D7-92BD-41A3-8088-F615360D2506}" destId="{2AB7140E-F15C-4D53-9599-848C8E113E58}" srcOrd="0" destOrd="0" presId="urn:microsoft.com/office/officeart/2018/2/layout/IconLabelDescriptionList"/>
    <dgm:cxn modelId="{3C520229-89D0-484F-AF07-B77E8F3E2C37}" type="presParOf" srcId="{2AB7140E-F15C-4D53-9599-848C8E113E58}" destId="{71D31926-9498-42AB-88B7-C2CFDF815A65}" srcOrd="0" destOrd="0" presId="urn:microsoft.com/office/officeart/2018/2/layout/IconLabelDescriptionList"/>
    <dgm:cxn modelId="{8FFF7FC5-6C5B-4C5B-A2FA-44BA3FE144BC}" type="presParOf" srcId="{2AB7140E-F15C-4D53-9599-848C8E113E58}" destId="{0656EFAA-EAEF-4E73-9946-96080A7814DB}" srcOrd="1" destOrd="0" presId="urn:microsoft.com/office/officeart/2018/2/layout/IconLabelDescriptionList"/>
    <dgm:cxn modelId="{F830031D-A50B-491D-8FF7-AAD4492C4E67}" type="presParOf" srcId="{2AB7140E-F15C-4D53-9599-848C8E113E58}" destId="{75BB8F49-92C2-4BD8-B43B-2B5DF3C99679}" srcOrd="2" destOrd="0" presId="urn:microsoft.com/office/officeart/2018/2/layout/IconLabelDescriptionList"/>
    <dgm:cxn modelId="{D70F9E37-47AC-4AB1-ACD6-1E6D1631C430}" type="presParOf" srcId="{2AB7140E-F15C-4D53-9599-848C8E113E58}" destId="{B44E16B7-DC78-4D4A-9C0C-A723771F3839}" srcOrd="3" destOrd="0" presId="urn:microsoft.com/office/officeart/2018/2/layout/IconLabelDescriptionList"/>
    <dgm:cxn modelId="{7F61299C-5580-44FB-B4E0-EC1082F73EB8}" type="presParOf" srcId="{2AB7140E-F15C-4D53-9599-848C8E113E58}" destId="{892AA1DF-06DA-4932-AA53-F285C6FC0653}" srcOrd="4" destOrd="0" presId="urn:microsoft.com/office/officeart/2018/2/layout/IconLabelDescriptionList"/>
    <dgm:cxn modelId="{B6A4E600-8B21-425E-8ED0-A8D6AC03EFA5}" type="presParOf" srcId="{D29469D7-92BD-41A3-8088-F615360D2506}" destId="{0181BB9A-7C82-41D3-BA2D-8BE6590E7CD5}" srcOrd="1" destOrd="0" presId="urn:microsoft.com/office/officeart/2018/2/layout/IconLabelDescriptionList"/>
    <dgm:cxn modelId="{DACAFF7B-B202-4E17-93EE-EDCE4E76B492}" type="presParOf" srcId="{D29469D7-92BD-41A3-8088-F615360D2506}" destId="{AB287938-61B1-4DB8-8CAB-FFA2C4CF4C65}" srcOrd="2" destOrd="0" presId="urn:microsoft.com/office/officeart/2018/2/layout/IconLabelDescriptionList"/>
    <dgm:cxn modelId="{0951AA54-C113-4426-930C-21F91E6E4AF7}" type="presParOf" srcId="{AB287938-61B1-4DB8-8CAB-FFA2C4CF4C65}" destId="{342B5DEA-F880-48A9-AEE9-E5E1DA5E4384}" srcOrd="0" destOrd="0" presId="urn:microsoft.com/office/officeart/2018/2/layout/IconLabelDescriptionList"/>
    <dgm:cxn modelId="{6345AAF0-AF28-463B-9DFD-4FF69FA860BD}" type="presParOf" srcId="{AB287938-61B1-4DB8-8CAB-FFA2C4CF4C65}" destId="{C8C96DD0-DEC0-47A5-8EEF-7084A49689A7}" srcOrd="1" destOrd="0" presId="urn:microsoft.com/office/officeart/2018/2/layout/IconLabelDescriptionList"/>
    <dgm:cxn modelId="{2B4F5321-A060-4FC2-BF08-B7B24E25E007}" type="presParOf" srcId="{AB287938-61B1-4DB8-8CAB-FFA2C4CF4C65}" destId="{EC30CC6A-F1E4-4DD3-AFFB-58B913AE7DE8}" srcOrd="2" destOrd="0" presId="urn:microsoft.com/office/officeart/2018/2/layout/IconLabelDescriptionList"/>
    <dgm:cxn modelId="{197B63AB-C30C-4BBC-A914-8E92A8AD8D81}" type="presParOf" srcId="{AB287938-61B1-4DB8-8CAB-FFA2C4CF4C65}" destId="{007FC900-9C0A-46CA-9E06-CBEED8E6C140}" srcOrd="3" destOrd="0" presId="urn:microsoft.com/office/officeart/2018/2/layout/IconLabelDescriptionList"/>
    <dgm:cxn modelId="{25A82436-B023-4ED8-A182-0B4D7B027AA5}" type="presParOf" srcId="{AB287938-61B1-4DB8-8CAB-FFA2C4CF4C65}" destId="{644A9E60-AB61-4A5B-84C6-183C6877EC94}" srcOrd="4" destOrd="0" presId="urn:microsoft.com/office/officeart/2018/2/layout/IconLabelDescriptionList"/>
    <dgm:cxn modelId="{2D3B1231-E3E0-4FA3-8896-D6AC3AE4E63B}" type="presParOf" srcId="{D29469D7-92BD-41A3-8088-F615360D2506}" destId="{4C7A5DE0-B9A3-4616-A052-0C1EAD3D1CA5}" srcOrd="3" destOrd="0" presId="urn:microsoft.com/office/officeart/2018/2/layout/IconLabelDescriptionList"/>
    <dgm:cxn modelId="{069824AB-9BE6-4C95-91EF-9A18ACA26055}" type="presParOf" srcId="{D29469D7-92BD-41A3-8088-F615360D2506}" destId="{6FBA9234-6AF7-48AA-AC3C-75FD23D8F315}" srcOrd="4" destOrd="0" presId="urn:microsoft.com/office/officeart/2018/2/layout/IconLabelDescriptionList"/>
    <dgm:cxn modelId="{BB613132-C36C-4B0C-B69E-9A16A5B02E79}" type="presParOf" srcId="{6FBA9234-6AF7-48AA-AC3C-75FD23D8F315}" destId="{68130ADC-C0D1-4BD2-A072-053DC0F372D3}" srcOrd="0" destOrd="0" presId="urn:microsoft.com/office/officeart/2018/2/layout/IconLabelDescriptionList"/>
    <dgm:cxn modelId="{2CD9337C-5D7C-40C5-ACB7-75D4BFEF3725}" type="presParOf" srcId="{6FBA9234-6AF7-48AA-AC3C-75FD23D8F315}" destId="{8022CA48-D144-4095-89EA-355E6EED110C}" srcOrd="1" destOrd="0" presId="urn:microsoft.com/office/officeart/2018/2/layout/IconLabelDescriptionList"/>
    <dgm:cxn modelId="{1505F76C-DEE4-49E8-B046-8307BC53C5B3}" type="presParOf" srcId="{6FBA9234-6AF7-48AA-AC3C-75FD23D8F315}" destId="{2AF720DD-41FB-4D2D-82C9-CED1540CF382}" srcOrd="2" destOrd="0" presId="urn:microsoft.com/office/officeart/2018/2/layout/IconLabelDescriptionList"/>
    <dgm:cxn modelId="{1F90234C-59FC-45C4-BA56-76E1F3323820}" type="presParOf" srcId="{6FBA9234-6AF7-48AA-AC3C-75FD23D8F315}" destId="{6EB0CD4B-4250-4DBC-A13C-E27F2C632E40}" srcOrd="3" destOrd="0" presId="urn:microsoft.com/office/officeart/2018/2/layout/IconLabelDescriptionList"/>
    <dgm:cxn modelId="{A868E6D5-D0FC-4A0C-958D-6CA07A80610C}" type="presParOf" srcId="{6FBA9234-6AF7-48AA-AC3C-75FD23D8F315}" destId="{41AF1445-1844-4050-8792-FED783B717A8}" srcOrd="4" destOrd="0" presId="urn:microsoft.com/office/officeart/2018/2/layout/IconLabelDescriptionList"/>
    <dgm:cxn modelId="{9AAE7E0A-FF2E-48F4-9E42-6E99C3C403F5}" type="presParOf" srcId="{D29469D7-92BD-41A3-8088-F615360D2506}" destId="{CFD7380A-F74F-4DB2-B6A8-1AFD2EAFD236}" srcOrd="5" destOrd="0" presId="urn:microsoft.com/office/officeart/2018/2/layout/IconLabelDescriptionList"/>
    <dgm:cxn modelId="{0C260344-F4A3-4173-95F5-176B1508800E}" type="presParOf" srcId="{D29469D7-92BD-41A3-8088-F615360D2506}" destId="{0F20965B-1542-4018-9678-C10DDFCEFA20}" srcOrd="6" destOrd="0" presId="urn:microsoft.com/office/officeart/2018/2/layout/IconLabelDescriptionList"/>
    <dgm:cxn modelId="{E0AD3FB2-6170-459C-B994-B7799378990E}" type="presParOf" srcId="{0F20965B-1542-4018-9678-C10DDFCEFA20}" destId="{718C29C0-3B67-4343-909E-A20849566D18}" srcOrd="0" destOrd="0" presId="urn:microsoft.com/office/officeart/2018/2/layout/IconLabelDescriptionList"/>
    <dgm:cxn modelId="{4EB52DB4-BEDB-4D44-9526-7907BA94A6FB}" type="presParOf" srcId="{0F20965B-1542-4018-9678-C10DDFCEFA20}" destId="{CC69008B-592B-41D9-98C0-2DDBB42FDE79}" srcOrd="1" destOrd="0" presId="urn:microsoft.com/office/officeart/2018/2/layout/IconLabelDescriptionList"/>
    <dgm:cxn modelId="{6828FA1A-83B4-4FA9-82CC-CCB7BBB41D24}" type="presParOf" srcId="{0F20965B-1542-4018-9678-C10DDFCEFA20}" destId="{91C93E25-75F9-4EAE-8B60-4773F96EEEE9}" srcOrd="2" destOrd="0" presId="urn:microsoft.com/office/officeart/2018/2/layout/IconLabelDescriptionList"/>
    <dgm:cxn modelId="{09C84A6E-3BFA-4032-BDB7-7A62EAD81352}" type="presParOf" srcId="{0F20965B-1542-4018-9678-C10DDFCEFA20}" destId="{8046807B-5116-4E2F-B74F-0E5FE02F2E06}" srcOrd="3" destOrd="0" presId="urn:microsoft.com/office/officeart/2018/2/layout/IconLabelDescriptionList"/>
    <dgm:cxn modelId="{D114AF3D-45F8-4B23-90EA-712C389DB4FF}" type="presParOf" srcId="{0F20965B-1542-4018-9678-C10DDFCEFA20}" destId="{AD8B8B85-2015-42B3-A9CD-68BCD91B0582}" srcOrd="4" destOrd="0" presId="urn:microsoft.com/office/officeart/2018/2/layout/IconLabelDescriptionList"/>
    <dgm:cxn modelId="{30A12DF7-36BA-4094-9D83-D02331369086}" type="presParOf" srcId="{D29469D7-92BD-41A3-8088-F615360D2506}" destId="{09F83D16-B8FC-41F7-915E-D6FC5DBD62DE}" srcOrd="7" destOrd="0" presId="urn:microsoft.com/office/officeart/2018/2/layout/IconLabelDescriptionList"/>
    <dgm:cxn modelId="{56F19129-DCD5-44D7-BD1A-A918A232CD95}" type="presParOf" srcId="{D29469D7-92BD-41A3-8088-F615360D2506}" destId="{3C1B0AFF-0617-4DF0-B646-B86327F45863}" srcOrd="8" destOrd="0" presId="urn:microsoft.com/office/officeart/2018/2/layout/IconLabelDescriptionList"/>
    <dgm:cxn modelId="{3BA20457-78AA-4C5F-962A-B8073357D785}" type="presParOf" srcId="{3C1B0AFF-0617-4DF0-B646-B86327F45863}" destId="{34C39CB1-AFC9-43D9-9DC7-D4601E39C8AB}" srcOrd="0" destOrd="0" presId="urn:microsoft.com/office/officeart/2018/2/layout/IconLabelDescriptionList"/>
    <dgm:cxn modelId="{B29EC4F1-EF04-4D75-B92A-CCC6CDA357DD}" type="presParOf" srcId="{3C1B0AFF-0617-4DF0-B646-B86327F45863}" destId="{DA2B85E8-A8E4-4F85-9966-5363107AAB42}" srcOrd="1" destOrd="0" presId="urn:microsoft.com/office/officeart/2018/2/layout/IconLabelDescriptionList"/>
    <dgm:cxn modelId="{788F179D-3587-4DD9-9D0A-C852147B4ADD}" type="presParOf" srcId="{3C1B0AFF-0617-4DF0-B646-B86327F45863}" destId="{738CAD72-28C1-4883-89B7-9C7C4A952631}" srcOrd="2" destOrd="0" presId="urn:microsoft.com/office/officeart/2018/2/layout/IconLabelDescriptionList"/>
    <dgm:cxn modelId="{3CAACF85-100D-4A86-A559-6B630FE53864}" type="presParOf" srcId="{3C1B0AFF-0617-4DF0-B646-B86327F45863}" destId="{9D16F04B-BA7A-47B8-9E0A-18D349D3B766}" srcOrd="3" destOrd="0" presId="urn:microsoft.com/office/officeart/2018/2/layout/IconLabelDescriptionList"/>
    <dgm:cxn modelId="{B8B9EF9B-5550-45AF-9F7E-AAE12139A943}" type="presParOf" srcId="{3C1B0AFF-0617-4DF0-B646-B86327F45863}" destId="{51EBA50F-E4B1-4641-858A-2E590A7D6E3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D31926-9498-42AB-88B7-C2CFDF815A65}">
      <dsp:nvSpPr>
        <dsp:cNvPr id="0" name=""/>
        <dsp:cNvSpPr/>
      </dsp:nvSpPr>
      <dsp:spPr>
        <a:xfrm>
          <a:off x="4223" y="1071159"/>
          <a:ext cx="679957" cy="6799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BB8F49-92C2-4BD8-B43B-2B5DF3C99679}">
      <dsp:nvSpPr>
        <dsp:cNvPr id="0" name=""/>
        <dsp:cNvSpPr/>
      </dsp:nvSpPr>
      <dsp:spPr>
        <a:xfrm>
          <a:off x="4223" y="1826486"/>
          <a:ext cx="1942734" cy="409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400" kern="1200"/>
            <a:t>Backend</a:t>
          </a:r>
        </a:p>
      </dsp:txBody>
      <dsp:txXfrm>
        <a:off x="4223" y="1826486"/>
        <a:ext cx="1942734" cy="409795"/>
      </dsp:txXfrm>
    </dsp:sp>
    <dsp:sp modelId="{892AA1DF-06DA-4932-AA53-F285C6FC0653}">
      <dsp:nvSpPr>
        <dsp:cNvPr id="0" name=""/>
        <dsp:cNvSpPr/>
      </dsp:nvSpPr>
      <dsp:spPr>
        <a:xfrm>
          <a:off x="4223" y="2271338"/>
          <a:ext cx="1942734" cy="552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kern="1200"/>
            <a:t>Python 3.x, framework web Django.</a:t>
          </a:r>
        </a:p>
      </dsp:txBody>
      <dsp:txXfrm>
        <a:off x="4223" y="2271338"/>
        <a:ext cx="1942734" cy="552626"/>
      </dsp:txXfrm>
    </dsp:sp>
    <dsp:sp modelId="{342B5DEA-F880-48A9-AEE9-E5E1DA5E4384}">
      <dsp:nvSpPr>
        <dsp:cNvPr id="0" name=""/>
        <dsp:cNvSpPr/>
      </dsp:nvSpPr>
      <dsp:spPr>
        <a:xfrm>
          <a:off x="2286936" y="962561"/>
          <a:ext cx="679957" cy="6799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30CC6A-F1E4-4DD3-AFFB-58B913AE7DE8}">
      <dsp:nvSpPr>
        <dsp:cNvPr id="0" name=""/>
        <dsp:cNvSpPr/>
      </dsp:nvSpPr>
      <dsp:spPr>
        <a:xfrm>
          <a:off x="2286936" y="1717889"/>
          <a:ext cx="1942734" cy="409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400" kern="1200"/>
            <a:t>Base de datos</a:t>
          </a:r>
        </a:p>
      </dsp:txBody>
      <dsp:txXfrm>
        <a:off x="2286936" y="1717889"/>
        <a:ext cx="1942734" cy="409795"/>
      </dsp:txXfrm>
    </dsp:sp>
    <dsp:sp modelId="{644A9E60-AB61-4A5B-84C6-183C6877EC94}">
      <dsp:nvSpPr>
        <dsp:cNvPr id="0" name=""/>
        <dsp:cNvSpPr/>
      </dsp:nvSpPr>
      <dsp:spPr>
        <a:xfrm>
          <a:off x="2294288" y="2053703"/>
          <a:ext cx="1443738" cy="987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Motor de base de datos relacional, utilizando SQLite en el entorno de desarrollo, integrado mediante el ORM de Django.</a:t>
          </a:r>
          <a:endParaRPr lang="es-CL" sz="1100" kern="1200" dirty="0"/>
        </a:p>
      </dsp:txBody>
      <dsp:txXfrm>
        <a:off x="2294288" y="2053703"/>
        <a:ext cx="1443738" cy="987015"/>
      </dsp:txXfrm>
    </dsp:sp>
    <dsp:sp modelId="{68130ADC-C0D1-4BD2-A072-053DC0F372D3}">
      <dsp:nvSpPr>
        <dsp:cNvPr id="0" name=""/>
        <dsp:cNvSpPr/>
      </dsp:nvSpPr>
      <dsp:spPr>
        <a:xfrm>
          <a:off x="4569649" y="1007825"/>
          <a:ext cx="679957" cy="6799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F720DD-41FB-4D2D-82C9-CED1540CF382}">
      <dsp:nvSpPr>
        <dsp:cNvPr id="0" name=""/>
        <dsp:cNvSpPr/>
      </dsp:nvSpPr>
      <dsp:spPr>
        <a:xfrm>
          <a:off x="4569649" y="1768599"/>
          <a:ext cx="1942734" cy="409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400" kern="1200"/>
            <a:t>Frontend</a:t>
          </a:r>
        </a:p>
      </dsp:txBody>
      <dsp:txXfrm>
        <a:off x="4569649" y="1768599"/>
        <a:ext cx="1942734" cy="409795"/>
      </dsp:txXfrm>
    </dsp:sp>
    <dsp:sp modelId="{41AF1445-1844-4050-8792-FED783B717A8}">
      <dsp:nvSpPr>
        <dsp:cNvPr id="0" name=""/>
        <dsp:cNvSpPr/>
      </dsp:nvSpPr>
      <dsp:spPr>
        <a:xfrm>
          <a:off x="4569649" y="2215984"/>
          <a:ext cx="1942734" cy="671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Tecnologías web estándar HTML5, CSS3 y JavaScript, compatible con navegadores modernos.</a:t>
          </a:r>
          <a:endParaRPr lang="es-CL" sz="1100" kern="1200"/>
        </a:p>
      </dsp:txBody>
      <dsp:txXfrm>
        <a:off x="4569649" y="2215984"/>
        <a:ext cx="1942734" cy="671314"/>
      </dsp:txXfrm>
    </dsp:sp>
    <dsp:sp modelId="{718C29C0-3B67-4343-909E-A20849566D18}">
      <dsp:nvSpPr>
        <dsp:cNvPr id="0" name=""/>
        <dsp:cNvSpPr/>
      </dsp:nvSpPr>
      <dsp:spPr>
        <a:xfrm>
          <a:off x="6852362" y="1007825"/>
          <a:ext cx="679957" cy="6799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C93E25-75F9-4EAE-8B60-4773F96EEEE9}">
      <dsp:nvSpPr>
        <dsp:cNvPr id="0" name=""/>
        <dsp:cNvSpPr/>
      </dsp:nvSpPr>
      <dsp:spPr>
        <a:xfrm>
          <a:off x="6852362" y="1768599"/>
          <a:ext cx="1942734" cy="409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400" kern="1200"/>
            <a:t>Entorno de desarrollo</a:t>
          </a:r>
        </a:p>
      </dsp:txBody>
      <dsp:txXfrm>
        <a:off x="6852362" y="1768599"/>
        <a:ext cx="1942734" cy="409795"/>
      </dsp:txXfrm>
    </dsp:sp>
    <dsp:sp modelId="{AD8B8B85-2015-42B3-A9CD-68BCD91B0582}">
      <dsp:nvSpPr>
        <dsp:cNvPr id="0" name=""/>
        <dsp:cNvSpPr/>
      </dsp:nvSpPr>
      <dsp:spPr>
        <a:xfrm>
          <a:off x="6852362" y="2215984"/>
          <a:ext cx="1942734" cy="671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kern="1200"/>
            <a:t>Visual Studio Code</a:t>
          </a:r>
        </a:p>
      </dsp:txBody>
      <dsp:txXfrm>
        <a:off x="6852362" y="2215984"/>
        <a:ext cx="1942734" cy="671314"/>
      </dsp:txXfrm>
    </dsp:sp>
    <dsp:sp modelId="{34C39CB1-AFC9-43D9-9DC7-D4601E39C8AB}">
      <dsp:nvSpPr>
        <dsp:cNvPr id="0" name=""/>
        <dsp:cNvSpPr/>
      </dsp:nvSpPr>
      <dsp:spPr>
        <a:xfrm>
          <a:off x="9135075" y="1007825"/>
          <a:ext cx="679957" cy="67995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CAD72-28C1-4883-89B7-9C7C4A952631}">
      <dsp:nvSpPr>
        <dsp:cNvPr id="0" name=""/>
        <dsp:cNvSpPr/>
      </dsp:nvSpPr>
      <dsp:spPr>
        <a:xfrm>
          <a:off x="9135075" y="1768599"/>
          <a:ext cx="1942734" cy="409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MX" sz="1400" kern="1200"/>
            <a:t>Control de versiones y trabajo colaborativo</a:t>
          </a:r>
          <a:endParaRPr lang="es-CL" sz="1400" kern="1200"/>
        </a:p>
      </dsp:txBody>
      <dsp:txXfrm>
        <a:off x="9135075" y="1768599"/>
        <a:ext cx="1942734" cy="409795"/>
      </dsp:txXfrm>
    </dsp:sp>
    <dsp:sp modelId="{51EBA50F-E4B1-4641-858A-2E590A7D6E36}">
      <dsp:nvSpPr>
        <dsp:cNvPr id="0" name=""/>
        <dsp:cNvSpPr/>
      </dsp:nvSpPr>
      <dsp:spPr>
        <a:xfrm>
          <a:off x="9135075" y="2215984"/>
          <a:ext cx="1942734" cy="671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kern="1200" dirty="0"/>
            <a:t>GitHub</a:t>
          </a:r>
        </a:p>
      </dsp:txBody>
      <dsp:txXfrm>
        <a:off x="9135075" y="2215984"/>
        <a:ext cx="1942734" cy="6713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buSzPct val="100000"/>
            </a:pPr>
            <a:r>
              <a:rPr lang="es-CL" dirty="0"/>
              <a:t>Presentación </a:t>
            </a:r>
            <a:r>
              <a:rPr lang="es-CL" dirty="0" err="1"/>
              <a:t>Capstone</a:t>
            </a:r>
            <a:br>
              <a:rPr lang="es-MX" dirty="0"/>
            </a:br>
            <a:r>
              <a:rPr lang="es-MX" sz="3200" dirty="0"/>
              <a:t>“E-Sweet </a:t>
            </a:r>
            <a:r>
              <a:rPr lang="es-MX" sz="3200" dirty="0" err="1"/>
              <a:t>Blessing</a:t>
            </a:r>
            <a:r>
              <a:rPr lang="es-MX" sz="3200" dirty="0"/>
              <a:t>”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MX" sz="3200"/>
              <a:t>Ingeniería Informática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MX" sz="1400"/>
              <a:t>Escuela de Informática y Telecomunicaciones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MX" sz="1400"/>
              <a:t>Sede [Puente Alto]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MX" sz="1400"/>
              <a:t>2025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642802" y="2828829"/>
            <a:ext cx="29937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82926" y="1382434"/>
            <a:ext cx="6781017" cy="4592915"/>
            <a:chOff x="0" y="0"/>
            <a:chExt cx="6781017" cy="4592915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1017" cy="1435286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99732" y="0"/>
              <a:ext cx="5281284" cy="1435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s-MX" sz="28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Priscilla Rodríguez Valdebenito</a:t>
              </a:r>
              <a:endParaRPr dirty="0"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8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alibri"/>
                <a:buChar char="•"/>
              </a:pPr>
              <a:r>
                <a:rPr lang="es-MX" sz="22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proyectos/BD</a:t>
              </a:r>
              <a:endParaRPr dirty="0"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alibri"/>
                <a:buChar char="•"/>
              </a:pPr>
              <a:r>
                <a:rPr lang="es-MX" sz="2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Generadora ERS</a:t>
              </a:r>
              <a:endParaRPr sz="2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43528" y="143528"/>
              <a:ext cx="1356203" cy="1148229"/>
            </a:xfrm>
            <a:prstGeom prst="roundRect">
              <a:avLst>
                <a:gd name="adj" fmla="val 10000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578814"/>
              <a:ext cx="6781017" cy="1435286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99732" y="1578814"/>
              <a:ext cx="5281284" cy="1435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s-MX" sz="28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Manuel Navarro Toledo</a:t>
              </a:r>
              <a:endParaRPr sz="2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8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alibri"/>
                <a:buChar char="•"/>
              </a:pPr>
              <a:r>
                <a:rPr lang="es-MX" sz="22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Programador/QA</a:t>
              </a:r>
              <a:endParaRPr dirty="0"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alibri"/>
                <a:buChar char="•"/>
              </a:pPr>
              <a:r>
                <a:rPr lang="es-MX" sz="2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Creador Casos de uso</a:t>
              </a:r>
              <a:endParaRPr sz="2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43528" y="1722343"/>
              <a:ext cx="1356203" cy="1148229"/>
            </a:xfrm>
            <a:prstGeom prst="roundRect">
              <a:avLst>
                <a:gd name="adj" fmla="val 10000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3157629"/>
              <a:ext cx="6781017" cy="1435286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499732" y="3157629"/>
              <a:ext cx="5281284" cy="1435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s-MX" sz="28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Antara Rodríguez Vergara</a:t>
              </a:r>
              <a:endParaRPr dirty="0"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8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alibri"/>
                <a:buChar char="•"/>
              </a:pPr>
              <a:r>
                <a:rPr lang="es-MX" sz="22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Desarrolladora/Diseñadora</a:t>
              </a:r>
              <a:endParaRPr dirty="0"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alibri"/>
                <a:buChar char="•"/>
              </a:pPr>
              <a:r>
                <a:rPr lang="es-MX" sz="2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Diseñadora Mockup</a:t>
              </a:r>
              <a:endParaRPr dirty="0"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43528" y="3301158"/>
              <a:ext cx="1356203" cy="1148229"/>
            </a:xfrm>
            <a:prstGeom prst="roundRect">
              <a:avLst>
                <a:gd name="adj" fmla="val 10000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1" name="Google Shape;101;p2" title="174239364450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5317" y="3128153"/>
            <a:ext cx="1258475" cy="1101475"/>
          </a:xfrm>
          <a:prstGeom prst="rect">
            <a:avLst/>
          </a:prstGeom>
          <a:solidFill>
            <a:srgbClr val="BFC8E3"/>
          </a:solidFill>
          <a:ln>
            <a:noFill/>
          </a:ln>
          <a:effectLst>
            <a:outerShdw blurRad="57150" dist="19050" dir="5400000" algn="ctr" rotWithShape="0">
              <a:srgbClr val="000000">
                <a:alpha val="62750"/>
              </a:srgbClr>
            </a:outerShdw>
          </a:effectLst>
        </p:spPr>
      </p:pic>
      <p:pic>
        <p:nvPicPr>
          <p:cNvPr id="3" name="Imagen 2" descr="Una mujer sonriendo&#10;&#10;El contenido generado por IA puede ser incorrecto.">
            <a:extLst>
              <a:ext uri="{FF2B5EF4-FFF2-40B4-BE49-F238E27FC236}">
                <a16:creationId xmlns:a16="http://schemas.microsoft.com/office/drawing/2014/main" id="{40FA3344-CE7A-5CB6-1E8E-5816490C7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064" y="4698842"/>
            <a:ext cx="1132979" cy="1132979"/>
          </a:xfrm>
          <a:prstGeom prst="rect">
            <a:avLst/>
          </a:prstGeom>
        </p:spPr>
      </p:pic>
      <p:pic>
        <p:nvPicPr>
          <p:cNvPr id="5" name="Imagen 4" descr="La cara de una mujer sonriendo&#10;&#10;El contenido generado por IA puede ser incorrecto.">
            <a:extLst>
              <a:ext uri="{FF2B5EF4-FFF2-40B4-BE49-F238E27FC236}">
                <a16:creationId xmlns:a16="http://schemas.microsoft.com/office/drawing/2014/main" id="{18242C6D-A4D4-525F-06A1-EF6AA2AA80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370" y="1574893"/>
            <a:ext cx="1050365" cy="10503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>
            <a:spLocks noGrp="1"/>
          </p:cNvSpPr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09" name="Google Shape;109;p8"/>
          <p:cNvSpPr txBox="1"/>
          <p:nvPr/>
        </p:nvSpPr>
        <p:spPr>
          <a:xfrm>
            <a:off x="757367" y="1848356"/>
            <a:ext cx="999046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Datos Relacional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033D65-AD31-0F9E-9B69-E5BE229F5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877" y="1068511"/>
            <a:ext cx="6165594" cy="557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 txBox="1">
            <a:spLocks noGrp="1"/>
          </p:cNvSpPr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15" name="Google Shape;115;p9"/>
          <p:cNvSpPr txBox="1"/>
          <p:nvPr/>
        </p:nvSpPr>
        <p:spPr>
          <a:xfrm>
            <a:off x="725714" y="1712687"/>
            <a:ext cx="10825034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Caso Uso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Diagrama&#10;&#10;El contenido generado por IA puede ser incorrecto.">
            <a:extLst>
              <a:ext uri="{FF2B5EF4-FFF2-40B4-BE49-F238E27FC236}">
                <a16:creationId xmlns:a16="http://schemas.microsoft.com/office/drawing/2014/main" id="{3BA8AEC2-D5CF-D187-F638-73B08EE0A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50" y="1178932"/>
            <a:ext cx="4092612" cy="540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>
            <a:spLocks noGrp="1"/>
          </p:cNvSpPr>
          <p:nvPr>
            <p:ph type="title"/>
          </p:nvPr>
        </p:nvSpPr>
        <p:spPr>
          <a:xfrm>
            <a:off x="663024" y="937883"/>
            <a:ext cx="10515600" cy="63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121" name="Google Shape;121;p10"/>
          <p:cNvSpPr txBox="1"/>
          <p:nvPr/>
        </p:nvSpPr>
        <p:spPr>
          <a:xfrm>
            <a:off x="663024" y="1676401"/>
            <a:ext cx="804835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Patrón arquitectónico seleccionado para el desarrollo y Diagrama Vista Física:</a:t>
            </a:r>
            <a:endParaRPr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893DC30-41A2-E3FB-A853-B9E299456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541" y="2118237"/>
            <a:ext cx="5743575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341F18C-F6C7-651F-C1C4-B5C29F872967}"/>
              </a:ext>
            </a:extLst>
          </p:cNvPr>
          <p:cNvSpPr txBox="1"/>
          <p:nvPr/>
        </p:nvSpPr>
        <p:spPr>
          <a:xfrm>
            <a:off x="663024" y="2951946"/>
            <a:ext cx="4715221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s-MX" b="1" u="sng" dirty="0"/>
              <a:t>Patrón arquitectónico seleccionado:</a:t>
            </a:r>
          </a:p>
          <a:p>
            <a:pPr lvl="0"/>
            <a:endParaRPr lang="es-MX" b="1" u="sng" dirty="0"/>
          </a:p>
          <a:p>
            <a:pPr lvl="0"/>
            <a:r>
              <a:rPr lang="es-MX" dirty="0"/>
              <a:t>Arquitectura en capas, basada en el patrón MTV/MVC (propio de Django).</a:t>
            </a:r>
            <a:endParaRPr lang="es-CL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757367" y="1558071"/>
            <a:ext cx="989422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de Actividades (incluir solo aquellos 3 más importantes del negocio)</a:t>
            </a:r>
            <a:endParaRPr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8101CFE-350A-EA3C-83BD-2440F38BC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38" y="1997718"/>
            <a:ext cx="3602592" cy="4291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54F0A62F-2901-F603-38D5-E1EEFD451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852" y="1997718"/>
            <a:ext cx="3068508" cy="4576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8B0862FA-CBDF-CF87-CFA2-5D30244C6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682" y="1997717"/>
            <a:ext cx="3661582" cy="4576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"/>
          <p:cNvSpPr txBox="1">
            <a:spLocks noGrp="1"/>
          </p:cNvSpPr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641252" y="1828016"/>
            <a:ext cx="1086131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Breve descripción de las tecnologías y versiones utilizadas para el desarrollo</a:t>
            </a:r>
            <a:endParaRPr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9D85F94D-ED79-4B71-1C80-D96986B959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2148494"/>
              </p:ext>
            </p:extLst>
          </p:nvPr>
        </p:nvGraphicFramePr>
        <p:xfrm>
          <a:off x="554983" y="2312636"/>
          <a:ext cx="11082033" cy="389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>
            <a:spLocks noGrp="1"/>
          </p:cNvSpPr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A1AAA813-CAEB-3852-BC7F-F64AFCE053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7027162"/>
              </p:ext>
            </p:extLst>
          </p:nvPr>
        </p:nvGraphicFramePr>
        <p:xfrm>
          <a:off x="3099435" y="2150598"/>
          <a:ext cx="5993130" cy="2556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305335" imgH="1836389" progId="Excel.Sheet.12">
                  <p:embed/>
                </p:oleObj>
              </mc:Choice>
              <mc:Fallback>
                <p:oleObj name="Worksheet" r:id="rId3" imgW="4305335" imgH="183638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99435" y="2150598"/>
                        <a:ext cx="5993130" cy="25568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>
            <a:spLocks noGrp="1"/>
          </p:cNvSpPr>
          <p:nvPr>
            <p:ph type="title"/>
          </p:nvPr>
        </p:nvSpPr>
        <p:spPr>
          <a:xfrm>
            <a:off x="710252" y="775322"/>
            <a:ext cx="10515600" cy="1118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Resumen de Costos Estimados del Proyecto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710252" y="1693665"/>
            <a:ext cx="11124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Flujo de caja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C5C3E4-556F-69FB-CA0C-6BFA55190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650" y="2078856"/>
            <a:ext cx="7973538" cy="39915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/>
        </p:nvSpPr>
        <p:spPr>
          <a:xfrm>
            <a:off x="565108" y="137222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del sistema desarrollado en vivo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</Words>
  <Application>Microsoft Office PowerPoint</Application>
  <PresentationFormat>Panorámica</PresentationFormat>
  <Paragraphs>46</Paragraphs>
  <Slides>10</Slides>
  <Notes>10</Notes>
  <HiddenSlides>0</HiddenSlides>
  <MMClips>0</MMClips>
  <ScaleCrop>false</ScaleCrop>
  <HeadingPairs>
    <vt:vector size="8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Tema de Office</vt:lpstr>
      <vt:lpstr>Hoja de cálculo de Microsoft Excel</vt:lpstr>
      <vt:lpstr>Presentación Capstone “E-Sweet Blessing”</vt:lpstr>
      <vt:lpstr>Presentación de PowerPoint</vt:lpstr>
      <vt:lpstr>Diseño del Sistema</vt:lpstr>
      <vt:lpstr>Diseño del Sistema</vt:lpstr>
      <vt:lpstr>Arquitectura del Sistema</vt:lpstr>
      <vt:lpstr>Arquitectura del Sistema</vt:lpstr>
      <vt:lpstr>Tecnologías del Desarrollo</vt:lpstr>
      <vt:lpstr>Planificación</vt:lpstr>
      <vt:lpstr>Resumen de Costos Estimados del Proyecto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Sala_</dc:creator>
  <cp:lastModifiedBy>Antara Rodríguez Vergara</cp:lastModifiedBy>
  <cp:revision>1</cp:revision>
  <dcterms:created xsi:type="dcterms:W3CDTF">2015-07-01T15:45:01Z</dcterms:created>
  <dcterms:modified xsi:type="dcterms:W3CDTF">2025-11-14T06:16:41Z</dcterms:modified>
</cp:coreProperties>
</file>